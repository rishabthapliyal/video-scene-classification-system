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7" r:id="rId9"/>
    <p:sldId id="268" r:id="rId10"/>
    <p:sldId id="269" r:id="rId11"/>
    <p:sldId id="270" r:id="rId12"/>
    <p:sldId id="271" r:id="rId13"/>
    <p:sldId id="263" r:id="rId14"/>
    <p:sldId id="264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135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72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66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64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68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03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9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13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44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54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828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40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5793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38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539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66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85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2A5AD-9882-B359-0108-35CE43056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7481" y="505917"/>
            <a:ext cx="8312595" cy="2793095"/>
          </a:xfrm>
        </p:spPr>
        <p:txBody>
          <a:bodyPr>
            <a:noAutofit/>
          </a:bodyPr>
          <a:lstStyle/>
          <a:p>
            <a:pPr algn="l"/>
            <a:r>
              <a:rPr lang="en-IN" b="1" dirty="0">
                <a:latin typeface="Arial Rounded MT Bold" panose="020F0704030504030204" pitchFamily="34" charset="0"/>
              </a:rPr>
              <a:t>VIDEO SCENE CLASSIFICATION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23070-05F6-7ED7-42E8-27C09277F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7481" y="3953165"/>
            <a:ext cx="8662218" cy="2398918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IN" sz="1800" b="1" dirty="0">
                <a:solidFill>
                  <a:schemeClr val="tx1">
                    <a:lumMod val="95000"/>
                  </a:schemeClr>
                </a:solidFill>
                <a:latin typeface="Arial Rounded MT Bold" panose="020F0704030504030204" pitchFamily="34" charset="0"/>
              </a:rPr>
              <a:t>     </a:t>
            </a:r>
            <a:r>
              <a:rPr lang="en-IN" sz="18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Presented By: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Shubham Singh Karki – 2119234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(</a:t>
            </a:r>
            <a:r>
              <a:rPr lang="en-IN" sz="18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SEC M)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Vimal Singh Panwar – 2119423 (SEC B)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Y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ugraj</a:t>
            </a:r>
            <a:r>
              <a:rPr lang="en-IN" sz="18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 – 2119460 (SEC B)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Rishab Thapliyal – 2119013 (SEC J)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818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A53D-7759-0406-5DCE-C670FCD7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67592"/>
            <a:ext cx="9905998" cy="1478570"/>
          </a:xfrm>
        </p:spPr>
        <p:txBody>
          <a:bodyPr/>
          <a:lstStyle/>
          <a:p>
            <a:r>
              <a:rPr lang="en-IN" sz="4000" b="1" dirty="0">
                <a:latin typeface="Arial Rounded MT Bold" panose="020F0704030504030204" pitchFamily="34" charset="0"/>
              </a:rPr>
              <a:t>CONTENTS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C3EAD-CDE6-F175-5C97-9E94C45B9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772477"/>
            <a:ext cx="9905999" cy="4072511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/>
              <a:t>Introduction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Problem Statement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Objectives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Working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Model Architecture / How it works? (NLP + CLIP)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Sample Results 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Applications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Future Scope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0281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3847-51D9-9F71-98B8-13A02F00D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358" y="789744"/>
            <a:ext cx="8596668" cy="13208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rial Rounded MT Bold" panose="020F07040305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D1B67-6BC4-2125-FACC-DAF9E88BF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358" y="2187483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This project aims to simplify video navigation by enabling users to search for specific scenes using natural language queries like “show me the forest scene.</a:t>
            </a:r>
          </a:p>
          <a:p>
            <a:r>
              <a:rPr lang="en-US" dirty="0">
                <a:latin typeface="+mj-lt"/>
              </a:rPr>
              <a:t>The system identifies and returns the </a:t>
            </a:r>
            <a:r>
              <a:rPr lang="en-US" b="1" dirty="0">
                <a:latin typeface="+mj-lt"/>
              </a:rPr>
              <a:t>exact timestamp</a:t>
            </a:r>
            <a:r>
              <a:rPr lang="en-US" dirty="0">
                <a:latin typeface="+mj-lt"/>
              </a:rPr>
              <a:t> of the scene, making it easier to access relevant content quickly and efficiently.</a:t>
            </a:r>
          </a:p>
          <a:p>
            <a:r>
              <a:rPr lang="en-US" dirty="0">
                <a:latin typeface="+mj-lt"/>
              </a:rPr>
              <a:t>This makes the video navigation experience </a:t>
            </a:r>
            <a:r>
              <a:rPr lang="en-US" b="1" dirty="0">
                <a:latin typeface="+mj-lt"/>
              </a:rPr>
              <a:t>faster, smarter, and user-friendly</a:t>
            </a:r>
            <a:r>
              <a:rPr lang="en-US" dirty="0">
                <a:latin typeface="+mj-lt"/>
              </a:rPr>
              <a:t>, with applications in media editing, education, surveillance, and content creation.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136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52E9-6B0B-EC34-5E1E-B09AD8FD4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776990"/>
            <a:ext cx="9905999" cy="1478570"/>
          </a:xfrm>
        </p:spPr>
        <p:txBody>
          <a:bodyPr/>
          <a:lstStyle/>
          <a:p>
            <a:r>
              <a:rPr lang="en-US" sz="4000" b="1" dirty="0">
                <a:effectLst/>
                <a:latin typeface="Arial Rounded MT Bold" panose="020F0704030504030204" pitchFamily="34" charset="0"/>
              </a:rPr>
              <a:t>PROBLEM STATEMENT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3B94A-DA32-0F1A-1414-C8775A945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821542"/>
            <a:ext cx="9905999" cy="42594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Exponential Video Growth</a:t>
            </a:r>
            <a:r>
              <a:rPr lang="en-US" dirty="0"/>
              <a:t>: Rapid increase in video content makes locating </a:t>
            </a:r>
          </a:p>
          <a:p>
            <a:pPr marL="0" indent="0">
              <a:buNone/>
            </a:pPr>
            <a:r>
              <a:rPr lang="en-US" dirty="0"/>
              <a:t>     specific scenes challenging.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Manual Navigation</a:t>
            </a:r>
            <a:r>
              <a:rPr lang="en-US" dirty="0"/>
              <a:t>: Manually searching for scenes in long videos is </a:t>
            </a:r>
          </a:p>
          <a:p>
            <a:pPr marL="0" indent="0">
              <a:buNone/>
            </a:pPr>
            <a:r>
              <a:rPr lang="en-US" dirty="0"/>
              <a:t>     time-consuming and inefficient.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Limited Search Systems</a:t>
            </a:r>
            <a:r>
              <a:rPr lang="en-US" dirty="0"/>
              <a:t>: Current systems rely on metadata or manual tagging,</a:t>
            </a:r>
          </a:p>
          <a:p>
            <a:pPr marL="0" indent="0">
              <a:buNone/>
            </a:pPr>
            <a:r>
              <a:rPr lang="en-US" dirty="0"/>
              <a:t>     which are often incomplete or inflexible.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Lack of Natural Language Support</a:t>
            </a:r>
            <a:r>
              <a:rPr lang="en-US" dirty="0"/>
              <a:t>: Existing solutions struggle to interpret </a:t>
            </a:r>
          </a:p>
          <a:p>
            <a:pPr marL="0" indent="0">
              <a:buNone/>
            </a:pPr>
            <a:r>
              <a:rPr lang="en-US" dirty="0"/>
              <a:t>     intuitive, natural language queries.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Industry Applications</a:t>
            </a:r>
            <a:r>
              <a:rPr lang="en-US" dirty="0"/>
              <a:t>: Need for precise scene retrieval in fields like </a:t>
            </a:r>
          </a:p>
          <a:p>
            <a:pPr marL="0" indent="0">
              <a:buNone/>
            </a:pPr>
            <a:r>
              <a:rPr lang="en-US" dirty="0"/>
              <a:t>     entertainment, education, and law enforcement.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398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60AD-6363-60B4-F656-AD8AE8A8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6" y="779929"/>
            <a:ext cx="10263572" cy="97715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rial Rounded MT Bold" panose="020F0704030504030204" pitchFamily="34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CC3224-1ED9-A7A8-91E0-FA3AE5E798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9906" y="1628456"/>
            <a:ext cx="962519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evelop a system to locate specific video scenes using natural language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queries.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mplement an efficient machine learning model for high-accuracy scene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classification.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Integration of NLP to match user queries with predefined scene categories.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A user-friendly interface.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9037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6CD3-0F7E-7740-4DAF-0FB54483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781" y="714387"/>
            <a:ext cx="8596668" cy="13208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rial Rounded MT Bold" panose="020F0704030504030204" pitchFamily="34" charset="0"/>
              </a:rPr>
              <a:t>WORKING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7B7C51-97BC-5FD5-B38E-B3F1A66300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3317" y="1662554"/>
            <a:ext cx="9131667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Upload and Preprocessing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 uploads video via web interface. The</a:t>
            </a: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 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ystem uses OpenCV to extract frames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and divides video into segments or shots for</a:t>
            </a:r>
            <a:r>
              <a:rPr lang="en-US" altLang="en-US" sz="1800" dirty="0"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manageable processing.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Scene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Pre-trained deep learning model classifies the content of each segment or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key frame. </a:t>
            </a: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CLIP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multimodal model analyzes spatial and temporal features for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accurate scene recognition. Scenes are labeled (e.g., “</a:t>
            </a: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mountains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," "city") and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stored with corresponding timestamps.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0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06D0-B82D-15E8-2954-238CB7991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2241755" y="-619432"/>
            <a:ext cx="8805656" cy="10815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50E491-259E-EA7B-85B0-37C4B7C213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4431" y="1182233"/>
            <a:ext cx="905889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Processing with NLP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 inputs natural language query (e.g., "Show me the ocean scene").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NLP model interprets query, matches it to predefined scene labels,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and handles synonyms/variations.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Scene Search and Matching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System searches pre classified video for scenes matching the query</a:t>
            </a: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 and 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etrieves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imestamps</a:t>
            </a: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 relevant scenes.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Navigation and Output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Directs user to the specific scene timestamp.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Moreover, 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llows manual navigation for flexible viewing of identified scenes.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75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F9C8-5776-39C5-8068-47476CCE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rial Rounded MT Bold" panose="020F0704030504030204" pitchFamily="34" charset="0"/>
              </a:rPr>
              <a:t>HOW THE TEXT IS PROCESSED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AC70E-EE7B-9639-7EA7-ECEA94241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50760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2000" b="1" dirty="0"/>
              <a:t>Semantic Scene Matching - Core Functionality</a:t>
            </a:r>
          </a:p>
          <a:p>
            <a:r>
              <a:rPr lang="en-US" b="1" dirty="0"/>
              <a:t>Goal: </a:t>
            </a:r>
            <a:r>
              <a:rPr lang="en-US" dirty="0">
                <a:solidFill>
                  <a:schemeClr val="tx1"/>
                </a:solidFill>
              </a:rPr>
              <a:t>The code identifies the best matching scene category for any given text query.</a:t>
            </a:r>
          </a:p>
          <a:p>
            <a:r>
              <a:rPr lang="en-US" b="1" dirty="0"/>
              <a:t>Key Technology: </a:t>
            </a:r>
            <a:r>
              <a:rPr lang="en-US" dirty="0">
                <a:solidFill>
                  <a:schemeClr val="tx1"/>
                </a:solidFill>
              </a:rPr>
              <a:t>It leverages Sentence Embeddings to understand the meaning of both your query and a large list of predefined scene labels.</a:t>
            </a:r>
          </a:p>
          <a:p>
            <a:r>
              <a:rPr lang="en-US" b="1" dirty="0">
                <a:solidFill>
                  <a:schemeClr val="tx1"/>
                </a:solidFill>
              </a:rPr>
              <a:t>Model Used: </a:t>
            </a:r>
            <a:r>
              <a:rPr lang="en-US" dirty="0">
                <a:solidFill>
                  <a:schemeClr val="tx1"/>
                </a:solidFill>
              </a:rPr>
              <a:t>A pre-trained Sentence Transformer model is employed (all-mpnet-base-v2) to convert text into powerful numerical vectors (embeddings).</a:t>
            </a:r>
          </a:p>
          <a:p>
            <a:r>
              <a:rPr lang="en-US" b="1" dirty="0">
                <a:solidFill>
                  <a:schemeClr val="tx1"/>
                </a:solidFill>
              </a:rPr>
              <a:t>Flexible Scene Categories: </a:t>
            </a:r>
            <a:r>
              <a:rPr lang="en-US" dirty="0">
                <a:solidFill>
                  <a:schemeClr val="tx1"/>
                </a:solidFill>
              </a:rPr>
              <a:t>All potential scene descriptions are loaded from an external text file (scene_labels_2.txt), making the system easily expandable and adaptable.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801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995BB-4FE0-3324-E339-C702F1106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65519"/>
            <a:ext cx="8596668" cy="51269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How It Finds the Best Match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tx1"/>
                </a:solidFill>
                <a:latin typeface="+mj-lt"/>
              </a:rPr>
              <a:t>Embedding Creation: </a:t>
            </a:r>
          </a:p>
          <a:p>
            <a:pPr lvl="1"/>
            <a:r>
              <a:rPr lang="en-US" sz="1900" dirty="0">
                <a:solidFill>
                  <a:schemeClr val="tx1"/>
                </a:solidFill>
                <a:latin typeface="+mj-lt"/>
              </a:rPr>
              <a:t>Every scene label from the file is converted into its unique numerical embedding (done once at startup).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  <a:latin typeface="+mj-lt"/>
              </a:rPr>
              <a:t>Your user query is also converted into an embedding in the same way.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tx1"/>
                </a:solidFill>
                <a:latin typeface="+mj-lt"/>
              </a:rPr>
              <a:t>Similarity Calculation:</a:t>
            </a:r>
          </a:p>
          <a:p>
            <a:pPr lvl="1"/>
            <a:r>
              <a:rPr lang="en-US" sz="2100" dirty="0">
                <a:solidFill>
                  <a:schemeClr val="tx1"/>
                </a:solidFill>
                <a:latin typeface="+mj-lt"/>
              </a:rPr>
              <a:t>The system calculates cosine similarity between the query's embedding and all scene label embeddings.</a:t>
            </a:r>
          </a:p>
          <a:p>
            <a:pPr marL="457200" lvl="1" indent="0">
              <a:buNone/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    (Simply put: It measures how "similar" their meanings are in numerical space)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tx1"/>
                </a:solidFill>
                <a:latin typeface="+mj-lt"/>
              </a:rPr>
              <a:t>Results:</a:t>
            </a:r>
          </a:p>
          <a:p>
            <a:pPr lvl="1"/>
            <a:r>
              <a:rPr lang="en-US" sz="2100" dirty="0">
                <a:solidFill>
                  <a:schemeClr val="tx1"/>
                </a:solidFill>
                <a:latin typeface="+mj-lt"/>
              </a:rPr>
              <a:t>The code identifies and presents the top matching scene labels with the highest similarity scores, giving you a clear, semantically relevant result.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tx1"/>
                </a:solidFill>
                <a:latin typeface="+mj-lt"/>
              </a:rPr>
              <a:t>Benefits:</a:t>
            </a:r>
          </a:p>
          <a:p>
            <a:pPr lvl="1"/>
            <a:r>
              <a:rPr lang="en-US" sz="2100" dirty="0">
                <a:solidFill>
                  <a:schemeClr val="tx1"/>
                </a:solidFill>
                <a:latin typeface="+mj-lt"/>
              </a:rPr>
              <a:t>Highly Accurate: Finds matches based on deep semantic meaning, not just keyword overlap.</a:t>
            </a:r>
          </a:p>
          <a:p>
            <a:pPr lvl="1"/>
            <a:r>
              <a:rPr lang="en-US" sz="2100" dirty="0">
                <a:solidFill>
                  <a:schemeClr val="tx1"/>
                </a:solidFill>
                <a:latin typeface="+mj-lt"/>
              </a:rPr>
              <a:t>Efficient: Rapid matching because it compares numerical vectors quickly.</a:t>
            </a:r>
          </a:p>
          <a:p>
            <a:pPr lvl="1"/>
            <a:r>
              <a:rPr lang="en-US" sz="2100" dirty="0">
                <a:solidFill>
                  <a:schemeClr val="tx1"/>
                </a:solidFill>
                <a:latin typeface="+mj-lt"/>
              </a:rPr>
              <a:t>Scalable: Easily handle thousands of scene categories without performance issues</a:t>
            </a:r>
            <a:r>
              <a:rPr lang="en-US" sz="2100" dirty="0"/>
              <a:t>.</a:t>
            </a: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3283890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730F-718B-9503-5967-2A77543B9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rial Rounded MT Bold" panose="020F0704030504030204" pitchFamily="34" charset="0"/>
              </a:rPr>
              <a:t>HOW THE SCENES ARE CLASSIFIED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1F14E-22C6-E17B-EBD2-C9F6F93F4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OpenCV: </a:t>
            </a:r>
            <a:r>
              <a:rPr lang="en-IN" dirty="0"/>
              <a:t>Extracts frames from the video.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CLIP (by OpenAI): </a:t>
            </a:r>
            <a:r>
              <a:rPr lang="en-IN" dirty="0"/>
              <a:t>Classifies scenes based on predefined categories.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PyTorch: </a:t>
            </a:r>
            <a:r>
              <a:rPr lang="en-IN" dirty="0"/>
              <a:t>Handles model computations.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WORKFLOW</a:t>
            </a:r>
          </a:p>
          <a:p>
            <a:pPr lvl="1"/>
            <a:r>
              <a:rPr lang="en-IN" sz="1800" dirty="0"/>
              <a:t>Load video and CLIP model.</a:t>
            </a:r>
          </a:p>
          <a:p>
            <a:pPr lvl="1"/>
            <a:r>
              <a:rPr lang="en-IN" sz="1800" dirty="0"/>
              <a:t>Process frames at 1 FPS (skip frames based on video FPS).</a:t>
            </a:r>
          </a:p>
          <a:p>
            <a:pPr lvl="1"/>
            <a:r>
              <a:rPr lang="en-IN" sz="1800" dirty="0"/>
              <a:t>Convert frames to RGB and preprocess for CLIP</a:t>
            </a:r>
          </a:p>
          <a:p>
            <a:pPr lvl="1"/>
            <a:r>
              <a:rPr lang="en-IN" sz="1800" dirty="0"/>
              <a:t>Compare frame features with text descriptions of scenes.</a:t>
            </a:r>
          </a:p>
          <a:p>
            <a:pPr lvl="1"/>
            <a:r>
              <a:rPr lang="en-IN" sz="1800" dirty="0"/>
              <a:t>Display predicted scene and confidence score.</a:t>
            </a:r>
          </a:p>
        </p:txBody>
      </p:sp>
    </p:spTree>
    <p:extLst>
      <p:ext uri="{BB962C8B-B14F-4D97-AF65-F5344CB8AC3E}">
        <p14:creationId xmlns:p14="http://schemas.microsoft.com/office/powerpoint/2010/main" val="297316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0FFD8-425E-8F97-5215-B93FF41B7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809" y="428625"/>
            <a:ext cx="8596668" cy="13208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rial Rounded MT Bold" panose="020F0704030504030204" pitchFamily="34" charset="0"/>
              </a:rPr>
              <a:t>                   SAMPLE RESULTS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B24FE90-7BB0-8876-08D6-871130A89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9784"/>
          <a:stretch>
            <a:fillRect/>
          </a:stretch>
        </p:blipFill>
        <p:spPr>
          <a:xfrm>
            <a:off x="2593545" y="1275574"/>
            <a:ext cx="5675911" cy="2848428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8F83118-188F-E017-C7CF-07EDA7A90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547" y="4378324"/>
            <a:ext cx="5675912" cy="205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9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0FBC4A-1459-F087-350D-DBD8C6DDF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764" y="614362"/>
            <a:ext cx="6973477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5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961E-DDCB-C03A-2B08-C4DCBDE1C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388" y="474840"/>
            <a:ext cx="6971742" cy="1470212"/>
          </a:xfrm>
        </p:spPr>
        <p:txBody>
          <a:bodyPr/>
          <a:lstStyle/>
          <a:p>
            <a:pPr algn="l"/>
            <a:r>
              <a:rPr lang="en-US" sz="4000" b="1" dirty="0">
                <a:latin typeface="Arial Rounded MT Bold" panose="020F0704030504030204" pitchFamily="34" charset="0"/>
              </a:rPr>
              <a:t>APPLICATIONS</a:t>
            </a:r>
            <a:br>
              <a:rPr lang="en-US" sz="4000" b="1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4B04C-A16D-19E1-F451-810424D89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3388" y="1576303"/>
            <a:ext cx="8495741" cy="4806857"/>
          </a:xfrm>
        </p:spPr>
        <p:txBody>
          <a:bodyPr>
            <a:normAutofit lnSpcReduction="10000"/>
          </a:bodyPr>
          <a:lstStyle/>
          <a:p>
            <a:pPr marL="285750" indent="-285750" algn="l" rtl="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Entertainment and Media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: Enabling editors, producers, and journalists to quickly locate specific scenes in large video libraries, streamlining post-production workflows and creating highlight reels or simplified content access for users.</a:t>
            </a:r>
          </a:p>
          <a:p>
            <a:pPr marL="285750" indent="-285750" algn="l" rtl="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Education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: Facilitating teachers and students in searching lecture recordings or educational videos for specific topics or scenes, enhancing learning efficiency.</a:t>
            </a:r>
          </a:p>
          <a:p>
            <a:pPr marL="285750" indent="-285750" algn="l" rtl="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Corporate Training and Archiving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: Allowing quick retrieval of relevant sections in training videos or corporate event recordings, improving knowledge access and usability.</a:t>
            </a:r>
          </a:p>
          <a:p>
            <a:pPr marL="285750" indent="-285750" algn="l" rtl="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Content Creators and Social Media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: Helping influencers and creators efficiently find scenes from footage for repurposing into social media content, trailers, or advertisements.</a:t>
            </a:r>
          </a:p>
          <a:p>
            <a:pPr marL="285750" indent="-285750" algn="l" rtl="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Law Enforcement and Surveillance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: Assisting officers and analysts in rapidly identifying critical moments in surveillance footage for efficient event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898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44DBC-C27C-EA8D-6BEA-C3A1C8AC6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54423"/>
            <a:ext cx="8596668" cy="1320800"/>
          </a:xfrm>
        </p:spPr>
        <p:txBody>
          <a:bodyPr/>
          <a:lstStyle/>
          <a:p>
            <a:r>
              <a:rPr lang="en-US" sz="4000" b="1" dirty="0">
                <a:effectLst/>
                <a:latin typeface="Arial Rounded MT Bold" panose="020F0704030504030204" pitchFamily="34" charset="0"/>
              </a:rPr>
              <a:t>FUTURE SCOPE 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94A87-07C2-63AB-A944-2C1D19FE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04684"/>
            <a:ext cx="8334280" cy="5190563"/>
          </a:xfrm>
        </p:spPr>
        <p:txBody>
          <a:bodyPr>
            <a:normAutofit fontScale="4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4500" b="1" dirty="0"/>
              <a:t>Expanded Scene Categories</a:t>
            </a:r>
            <a:r>
              <a:rPr lang="en-US" sz="4500" dirty="0"/>
              <a:t>: Incorporate a broader range of scene types (e.g., emotions, or objects) to enhance classification granularity.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500" b="1" dirty="0"/>
              <a:t>Real-Time Processing</a:t>
            </a:r>
            <a:r>
              <a:rPr lang="en-US" sz="4500" dirty="0"/>
              <a:t>: Develop capabilities for real-time scene classification and search in live video streams, such as broadcasts or surveillance feeds.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500" b="1" dirty="0"/>
              <a:t>Integration with Video Platforms</a:t>
            </a:r>
            <a:r>
              <a:rPr lang="en-US" sz="4500" dirty="0"/>
              <a:t>: Enable seamless integration with popular video platforms (e.g., YouTube, Vimeo) for direct scene search within their ecosystems.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500" b="1" dirty="0"/>
              <a:t>Multi-Modal Search Enhancements</a:t>
            </a:r>
            <a:r>
              <a:rPr lang="en-US" sz="4500" dirty="0"/>
              <a:t>: Combine audio, text, and visual analysis to support more complex queries (e.g., "scene with a dog barking”)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500" b="1" dirty="0"/>
              <a:t>Cross-Language Support</a:t>
            </a:r>
            <a:r>
              <a:rPr lang="en-US" sz="4500" dirty="0"/>
              <a:t>: Enhance NLP to support queries in multiple languages, making the system accessible to a global audience.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500" b="1" dirty="0"/>
              <a:t>AI Model Optimization</a:t>
            </a:r>
            <a:r>
              <a:rPr lang="en-US" sz="4500" dirty="0"/>
              <a:t>: Improve deep learning models for faster processing and lower resource consumption, enabling deployment on low-end devices.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500" b="1" dirty="0"/>
              <a:t>Industry-Specific Customization</a:t>
            </a:r>
            <a:r>
              <a:rPr lang="en-US" sz="4500" dirty="0"/>
              <a:t>: Tailor the system for specialized applications, such as medical video analysis or sports highlight detection, to meet niche industry needs.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493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ECA6-5237-05A3-B6FC-0AC93C6C4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233" y="2689715"/>
            <a:ext cx="4771534" cy="1478570"/>
          </a:xfrm>
        </p:spPr>
        <p:txBody>
          <a:bodyPr>
            <a:normAutofit/>
          </a:bodyPr>
          <a:lstStyle/>
          <a:p>
            <a:r>
              <a:rPr lang="en-IN" sz="6000" b="1" dirty="0">
                <a:latin typeface="Arial Rounded MT Bold" panose="020F07040305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115753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226</TotalTime>
  <Words>1097</Words>
  <Application>Microsoft Office PowerPoint</Application>
  <PresentationFormat>Widescreen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Rounded MT Bold</vt:lpstr>
      <vt:lpstr>Trebuchet MS</vt:lpstr>
      <vt:lpstr>Wingdings</vt:lpstr>
      <vt:lpstr>Wingdings 3</vt:lpstr>
      <vt:lpstr>Facet</vt:lpstr>
      <vt:lpstr>VIDEO SCENE CLASSIFICATION SYSTEM</vt:lpstr>
      <vt:lpstr>CONTENTS </vt:lpstr>
      <vt:lpstr>INTRODUCTION</vt:lpstr>
      <vt:lpstr>PROBLEM STATEMENT </vt:lpstr>
      <vt:lpstr>OBJECTIVES</vt:lpstr>
      <vt:lpstr>WORKING</vt:lpstr>
      <vt:lpstr>PowerPoint Presentation</vt:lpstr>
      <vt:lpstr>HOW THE TEXT IS PROCESSED ?</vt:lpstr>
      <vt:lpstr>PowerPoint Presentation</vt:lpstr>
      <vt:lpstr>HOW THE SCENES ARE CLASSIFIED ?</vt:lpstr>
      <vt:lpstr>                   SAMPLE RESULTS</vt:lpstr>
      <vt:lpstr>PowerPoint Presentation</vt:lpstr>
      <vt:lpstr>APPLICATIONS </vt:lpstr>
      <vt:lpstr>FUTURE SCOPE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YUGRAJ</dc:creator>
  <cp:lastModifiedBy>SHUBHAM SINGH KARKI</cp:lastModifiedBy>
  <cp:revision>32</cp:revision>
  <dcterms:created xsi:type="dcterms:W3CDTF">2025-06-03T11:29:06Z</dcterms:created>
  <dcterms:modified xsi:type="dcterms:W3CDTF">2025-06-04T02:51:41Z</dcterms:modified>
</cp:coreProperties>
</file>